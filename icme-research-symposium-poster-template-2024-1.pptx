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0" cy="27432000"/>
  <p:notesSz cx="20104100" cy="15081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5239" userDrawn="1">
          <p15:clr>
            <a:srgbClr val="A4A3A4"/>
          </p15:clr>
        </p15:guide>
        <p15:guide id="2" pos="39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1794" y="168"/>
      </p:cViewPr>
      <p:guideLst>
        <p:guide orient="horz" pos="5239"/>
        <p:guide pos="39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43199" y="8503919"/>
            <a:ext cx="31089602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486400" y="15361920"/>
            <a:ext cx="2560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435840" y="25511761"/>
            <a:ext cx="1170432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828801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334723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3CB9E-EFEA-62D6-EC6D-E93138F048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25831800"/>
            <a:ext cx="13008410" cy="1481154"/>
          </a:xfrm>
          <a:prstGeom prst="rect">
            <a:avLst/>
          </a:prstGeom>
        </p:spPr>
      </p:pic>
      <p:pic>
        <p:nvPicPr>
          <p:cNvPr id="10" name="Picture 9" descr="A colorful letters on a black background&#10;&#10;Description automatically generated">
            <a:extLst>
              <a:ext uri="{FF2B5EF4-FFF2-40B4-BE49-F238E27FC236}">
                <a16:creationId xmlns:a16="http://schemas.microsoft.com/office/drawing/2014/main" id="{17178450-5841-0B0A-9FDD-AE9F3703F3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676566" y="25831800"/>
            <a:ext cx="4713908" cy="14825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828800" y="6309360"/>
            <a:ext cx="15910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8836639" y="6309360"/>
            <a:ext cx="15910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12435840" y="25511761"/>
            <a:ext cx="1170432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828801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6334723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12435840" y="25511761"/>
            <a:ext cx="1170432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828801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26334723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12435840" y="25511761"/>
            <a:ext cx="1170432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828801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6334723" y="25511761"/>
            <a:ext cx="841248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0" y="1"/>
            <a:ext cx="36576000" cy="4718304"/>
          </a:xfrm>
          <a:custGeom>
            <a:avLst/>
            <a:gdLst/>
            <a:ahLst/>
            <a:cxnLst/>
            <a:rect l="l" t="t" r="r" b="b"/>
            <a:pathLst>
              <a:path w="20104100" h="2593975">
                <a:moveTo>
                  <a:pt x="0" y="0"/>
                </a:moveTo>
                <a:lnTo>
                  <a:pt x="20104099" y="0"/>
                </a:lnTo>
                <a:lnTo>
                  <a:pt x="20104099" y="2593365"/>
                </a:lnTo>
                <a:lnTo>
                  <a:pt x="0" y="2593365"/>
                </a:lnTo>
                <a:lnTo>
                  <a:pt x="0" y="0"/>
                </a:lnTo>
                <a:close/>
              </a:path>
            </a:pathLst>
          </a:custGeom>
          <a:solidFill>
            <a:srgbClr val="99000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14" y="101478"/>
            <a:ext cx="4336567" cy="43356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8406" y="59177"/>
            <a:ext cx="31760815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itle 433">
            <a:extLst>
              <a:ext uri="{FF2B5EF4-FFF2-40B4-BE49-F238E27FC236}">
                <a16:creationId xmlns:a16="http://schemas.microsoft.com/office/drawing/2014/main" id="{0483DA75-DD78-2F24-227A-D97210D2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406" y="1524000"/>
            <a:ext cx="31760815" cy="707886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xpo_poster_lfy</dc:title>
  <cp:lastModifiedBy>Tanya A Schornack</cp:lastModifiedBy>
  <cp:revision>2</cp:revision>
  <dcterms:created xsi:type="dcterms:W3CDTF">2024-03-08T21:32:56Z</dcterms:created>
  <dcterms:modified xsi:type="dcterms:W3CDTF">2024-03-09T00:29:32Z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2022-05-23T00:00:00Z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2024-03-08T00:00:00Z</vt:filetime>
  </property>
  <property fmtid="{D5CDD505-2E9C-101B-9397-08002B2CF9AE}" pid="5" name="Producer">
    <vt:lpwstr>macOS Version 10.16 (Build 20B50) Quartz PDFContext</vt:lpwstr>
  </property>
</Properties>
</file>